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00087-9983-0248-0A70-E07565B29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3EF65-0243-2AA6-128E-C4B5D3FCB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50A55-2366-5922-A19C-50749C89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9CC45-8503-351F-B37C-A151F69A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C73FD-3883-9E9B-8FA6-11BF9CB2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386F-04FA-16C0-F717-D5F6B045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3D76-7516-71CE-50DF-4D905E7C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4EBAC-03AB-D7AA-08D2-4A0EEFA4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1262-EAA4-F0E1-BD1F-3968C1C8B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AE89-0207-2A68-A263-AFBE0788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24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64EA-C1BF-A046-63B4-2C2CC754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0276A-AE3E-C978-4D39-158FB4A20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6382-50CB-4654-8EEC-DB82AA6F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18068-9CAD-E915-7243-AA97CCA9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5A644-2BC0-47D9-F49E-959EBEC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5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E843-2992-1782-3DB5-45488019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CCB6-8376-718F-111A-030FEA9C5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CE402-0F97-7212-C168-1D0A0C51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C4331-7CA8-4374-795D-618419D9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7513B-FCA4-C83B-59C0-639992A5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A44D5-0FB6-90A5-5956-ECE866D8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56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F984-2AB9-5DB0-4131-C055A8D7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E59BA-EBCE-6D2C-C684-ED8F68168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D3695-16A5-DDEB-0DA6-488E45D19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3B6AF2-99EF-7512-90F5-6ADABBF7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D99FA-7355-21E8-8F00-7C28CA19A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6CCF2-2B46-CE31-5BFE-ED1007EB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367B4E-52F9-77E9-7E46-A3AAA1F5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76BBDB-58F9-6101-28C2-46DB0574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8F67-E631-8D79-7E49-1E90391C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EB783-32D1-B610-15B1-5315193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33E5B-588E-434E-FC09-58211169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CD172-D34A-A1AC-7C8D-7B3B25BA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91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538AB-9DD2-30A2-C781-0BDD910C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8C7B9-7F61-02C5-785F-93A45317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02E47-71FF-4C37-0E3B-9328358A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932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9365-6F2B-56A1-833F-25C99F626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8353-094D-C048-A365-8D1ECBE26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A7242-60D3-07CF-63DC-0CE277B8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96E7B-8657-A638-CF47-7B64526D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E4743-E0EC-FFC5-D92F-06AF6F44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3BBDE-2143-0A92-C0D1-0FF0C090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7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DA60-021B-3CBC-A275-3B5B651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B7B26-3110-CDF2-508C-1F65B7DAB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AADFB-90EA-1FDD-B6C6-A854A0B25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DD84D-5B9C-7FF4-29F0-253928A5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637E1-554E-9926-5984-09C78DD8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9A832-2669-7782-CBE0-1DC50033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44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F996-668C-A2F7-9D0B-6D1E46DD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7FD3B-0C74-B919-F2E0-AFC1F82B5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A71C0-41F6-AAF0-FCF3-BAF062AF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554B-5EEE-789E-5C89-B949FE8C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242E0-A77F-ADA8-3A06-4256BB56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54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64A69-8D51-EF95-3E84-2BA9D457C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AEECD-2CC3-493D-CCB0-5F6979096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95048-E020-3509-8336-4FAF32C9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DAF9-70D8-628B-6C87-ED025FC81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35DF8-01C6-7760-3F55-B880A2F3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41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0C666-4B26-2B6C-3C4C-D6E5879D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A1210-57B0-BB91-C87B-4EC957809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481B8-7A09-2CCE-E470-EA26A833F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60FD6-A068-47B1-81FE-03EB2DB65E8C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4C031-5AA2-73EA-881C-9E5773C3A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6C3F-6EF4-ABD0-9556-3EFA8012E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79EC5-F0B9-40C6-9C4A-5AB8326C0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7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A97522-75ED-AAA7-7C1F-3CAE32813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 Quiz Trainer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“Scan Objects – Learn Smarter”   </a:t>
            </a:r>
          </a:p>
          <a:p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AR/VR</a:t>
            </a:r>
          </a:p>
          <a:p>
            <a:pPr algn="l"/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Name: </a:t>
            </a:r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Titans</a:t>
            </a:r>
          </a:p>
          <a:p>
            <a:pPr algn="l"/>
            <a:r>
              <a:rPr lang="en-IN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Members:</a:t>
            </a:r>
          </a:p>
          <a:p>
            <a:pPr algn="l"/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Nithya H S</a:t>
            </a:r>
          </a:p>
          <a:p>
            <a:pPr algn="l"/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Priya R</a:t>
            </a:r>
          </a:p>
          <a:p>
            <a:pPr algn="l"/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Nayana K R</a:t>
            </a:r>
          </a:p>
          <a:p>
            <a:pPr algn="l"/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Chaithra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84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E2C59-0390-9447-D92F-8B8779F3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3158B1-718F-D2DE-3BF7-6E2D68C05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pPr algn="l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Laboratory tools are essential in experiments, but students often fail to identify tools correctly and understand proper safety measures.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teaching is slow and non-interactive.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 Quiz Trainer provides a modern solution: Students can scan any lab object, see its name instantly, and attempt a safety quiz generated by AI.</a:t>
            </a:r>
          </a:p>
        </p:txBody>
      </p:sp>
    </p:spTree>
    <p:extLst>
      <p:ext uri="{BB962C8B-B14F-4D97-AF65-F5344CB8AC3E}">
        <p14:creationId xmlns:p14="http://schemas.microsoft.com/office/powerpoint/2010/main" val="296996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7B1D7-7712-F42A-9CC5-7382F015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E12B1E-DB47-8279-8875-70A554BC7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 Statement</a:t>
            </a:r>
          </a:p>
          <a:p>
            <a:pPr algn="l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Students struggle to identify lab objects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Safety rules are not well understood.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Traditional teaching is slow and not interactive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No quick assessment tools for lab readiness.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Lack of AR/AI integration in basic science learning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We need a system that simplifies learning using real-world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objects.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0481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A9F8B-A10C-F2C7-7681-8E4B93F3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C4BA98-6444-D286-5742-E7E8786BB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32435"/>
            <a:ext cx="9468465" cy="6192456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AR Quiz Trainer – A fully AI-based learning tool</a:t>
            </a:r>
          </a:p>
          <a:p>
            <a:pPr algn="l"/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The system: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Scans any lab object using webcam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Uses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model for object detection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Automatically generates safety quiz questions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Shows explanations for each answer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Tracks score and performance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Saves difficult questions for revision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Stores recent scanned objects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Fully browser-based. No backend needed.</a:t>
            </a:r>
          </a:p>
        </p:txBody>
      </p:sp>
    </p:spTree>
    <p:extLst>
      <p:ext uri="{BB962C8B-B14F-4D97-AF65-F5344CB8AC3E}">
        <p14:creationId xmlns:p14="http://schemas.microsoft.com/office/powerpoint/2010/main" val="198735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B920B-B819-F75D-69CC-0EB0CA96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535707-6095-0B27-251F-52AAADF57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Why This Solution?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✔ Instant identification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✔ Real-time quiz generation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✔ Interactive learning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✔ No installation required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✔ Fast and lightweight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308314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AF5D3-85E4-615E-4BAB-4DFE3B93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260AD0-63C7-3CA1-184F-52D3945C5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21920"/>
            <a:ext cx="9468465" cy="6522720"/>
          </a:xfrm>
        </p:spPr>
        <p:txBody>
          <a:bodyPr>
            <a:normAutofit fontScale="85000" lnSpcReduction="20000"/>
          </a:bodyPr>
          <a:lstStyle/>
          <a:p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 Stack</a:t>
            </a:r>
          </a:p>
          <a:p>
            <a:pPr algn="l"/>
            <a:r>
              <a:rPr lang="en-US" sz="3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HTML5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CSS3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Vanilla JavaScript</a:t>
            </a:r>
          </a:p>
          <a:p>
            <a:pPr algn="l"/>
            <a:r>
              <a:rPr lang="en-US" sz="3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&amp; Machine Learning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TensorFlow.js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Pretrained Model</a:t>
            </a:r>
          </a:p>
          <a:p>
            <a:pPr algn="l"/>
            <a:r>
              <a:rPr lang="en-US" sz="3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APIs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WebRTC Camera API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 API</a:t>
            </a:r>
          </a:p>
          <a:p>
            <a:pPr algn="l"/>
            <a:r>
              <a:rPr lang="en-US" sz="3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LocalStorage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(offline question saving)</a:t>
            </a:r>
          </a:p>
          <a:p>
            <a:pPr algn="l"/>
            <a:r>
              <a:rPr lang="en-US" sz="3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Code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Server</a:t>
            </a:r>
          </a:p>
        </p:txBody>
      </p:sp>
    </p:spTree>
    <p:extLst>
      <p:ext uri="{BB962C8B-B14F-4D97-AF65-F5344CB8AC3E}">
        <p14:creationId xmlns:p14="http://schemas.microsoft.com/office/powerpoint/2010/main" val="300984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0268-C53A-81A3-1D60-590DE485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6287BC-275E-0298-9B55-B15DF8C61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32080"/>
            <a:ext cx="9468465" cy="6081907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Workflow (Flowchart Style)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Start Camera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Scan Object (real or image on phone)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AI Model predicts object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Quiz auto-generated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User answers questions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Submit → Score generated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Answer Screen shows correct/wrong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Wrong questions saved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Library displays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favourites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recent scans</a:t>
            </a:r>
          </a:p>
        </p:txBody>
      </p:sp>
    </p:spTree>
    <p:extLst>
      <p:ext uri="{BB962C8B-B14F-4D97-AF65-F5344CB8AC3E}">
        <p14:creationId xmlns:p14="http://schemas.microsoft.com/office/powerpoint/2010/main" val="149509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57DBD-67AB-F4A8-3F25-2E33452C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6FCD0A-604D-3243-6F4F-6AD3F8B93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Object Detection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Used →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MobileNet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(Pre-trained on 1.4M images)</a:t>
            </a:r>
          </a:p>
          <a:p>
            <a:pPr algn="l"/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Recognises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1000+ daily objects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predictions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accurate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on real objects and phone images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training required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backend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for hackathon AR simulation.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47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4CEA2-852A-80FD-07DC-CEF42A6F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F84703-6A95-9ED1-0084-7C74DA2E0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 fontScale="92500" lnSpcReduction="10000"/>
          </a:bodyPr>
          <a:lstStyle/>
          <a:p>
            <a:r>
              <a:rPr 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Core Features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Scanning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Scans any lab object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phone images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top object prediction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alternate suggestions if unclear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Quiz Engine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dynamic questions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Safety-based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choice 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Previous/Next buttons</a:t>
            </a:r>
          </a:p>
          <a:p>
            <a:pPr algn="l"/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 button only at last question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62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317C7-606B-EAA7-0C30-9BB19333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EC45EE-8538-78BB-20B0-50808CB46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&amp; Answer Review</a:t>
            </a:r>
          </a:p>
          <a:p>
            <a:pPr algn="l"/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submission: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displayed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 answers highlighted (Green)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Wrong answers highlighted (Red)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 provided for each answer</a:t>
            </a:r>
          </a:p>
          <a:p>
            <a:pPr algn="l"/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All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Correct Only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Wrong Only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86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0B305-08F9-98CF-EBE0-384E3935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27850E-1C41-2F69-14B5-DE03768F5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 Screen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Favourite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Questions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Wrong Questions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Recently Scanned Objects (with timestamp)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stored locally using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LocalStorage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541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62710-CE83-18E1-40CD-D96CD0DE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82CFA-F3B1-04DB-1A25-7D27CBCC6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Structure</a:t>
            </a:r>
          </a:p>
          <a:p>
            <a:endParaRPr lang="en-US" sz="3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</a:t>
            </a:r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-quiz-trainer/   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index.html ← Webpage structure + screens   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style.css ← Styling + UI design   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app.js  ← AI logic + quiz engine + storage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Everything runs on the browser.</a:t>
            </a:r>
          </a:p>
        </p:txBody>
      </p:sp>
    </p:spTree>
    <p:extLst>
      <p:ext uri="{BB962C8B-B14F-4D97-AF65-F5344CB8AC3E}">
        <p14:creationId xmlns:p14="http://schemas.microsoft.com/office/powerpoint/2010/main" val="177873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27C23-4164-B471-C735-8D7DD812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106612-0B37-14EB-AB5D-EE2D1EA7A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Screen Overview</a:t>
            </a:r>
          </a:p>
          <a:p>
            <a:pPr algn="l"/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Screens included: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Quiz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Screen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Clean, modern UI with easy navigation.</a:t>
            </a:r>
          </a:p>
        </p:txBody>
      </p:sp>
    </p:spTree>
    <p:extLst>
      <p:ext uri="{BB962C8B-B14F-4D97-AF65-F5344CB8AC3E}">
        <p14:creationId xmlns:p14="http://schemas.microsoft.com/office/powerpoint/2010/main" val="1940318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0C05B-73BC-C282-85D0-0D82DE57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E7BC18-EFD5-3F0D-C56A-D4A3B52B0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Screen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details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user instructions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 guidance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QR-style usage steps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 button</a:t>
            </a:r>
          </a:p>
          <a:p>
            <a:pPr algn="l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717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5A638-C21F-919D-7AC4-EA9A4C2E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9DFB10-C75F-CA21-18E0-E7A61A8FC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Advantage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object detection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server / backend needed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system requirements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for quick classroom  demos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 &amp; engaging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extend</a:t>
            </a:r>
          </a:p>
        </p:txBody>
      </p:sp>
    </p:spTree>
    <p:extLst>
      <p:ext uri="{BB962C8B-B14F-4D97-AF65-F5344CB8AC3E}">
        <p14:creationId xmlns:p14="http://schemas.microsoft.com/office/powerpoint/2010/main" val="3425908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1682F-EC0F-6B05-3739-5E4CE97D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BCAC08-05E1-6B0A-610E-78E462E5B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Enhancements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Voice-based quiz answers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 model overlay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Multi-object recognition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Difficulty-level based quizzes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leaderboard</a:t>
            </a: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110672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610">
              <a:schemeClr val="accent2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975F3-FE60-52C4-01A1-9CFA687F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053C8D-D162-56D0-001F-89A481571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2619"/>
            <a:ext cx="9468465" cy="578136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</a:t>
            </a:r>
          </a:p>
          <a:p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 Quiz Trainer provides a powerful, interactive learning platform that transforms lab education using AI.</a:t>
            </a:r>
          </a:p>
          <a:p>
            <a:pPr algn="l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3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It: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Scans real-world lab equipment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</a:t>
            </a:r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quizzes 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Builds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safety awareness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students learn quickly</a:t>
            </a:r>
          </a:p>
        </p:txBody>
      </p:sp>
    </p:spTree>
    <p:extLst>
      <p:ext uri="{BB962C8B-B14F-4D97-AF65-F5344CB8AC3E}">
        <p14:creationId xmlns:p14="http://schemas.microsoft.com/office/powerpoint/2010/main" val="137521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640</Words>
  <Application>Microsoft Office PowerPoint</Application>
  <PresentationFormat>Widescreen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Gowda</dc:creator>
  <cp:lastModifiedBy>Chaithra Gowda</cp:lastModifiedBy>
  <cp:revision>1</cp:revision>
  <dcterms:created xsi:type="dcterms:W3CDTF">2025-11-21T15:21:18Z</dcterms:created>
  <dcterms:modified xsi:type="dcterms:W3CDTF">2025-11-21T18:49:35Z</dcterms:modified>
</cp:coreProperties>
</file>